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28600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ADCFC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73152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Supplier Tracker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with 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21208" y="365760"/>
            <a:ext cx="1115568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1F2937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Thank you</a:t>
            </a: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2860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Weekly report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pplier Tracker">
  <a:themeElements>
    <a:clrScheme name="Supplier Tracker">
      <a:dk1>
        <a:srgbClr val="1F2937"/>
      </a:dk1>
      <a:lt1>
        <a:srgbClr val="FFFFFF"/>
      </a:lt1>
      <a:dk2>
        <a:srgbClr val="1F4E79"/>
      </a:dk2>
      <a:lt2>
        <a:srgbClr val="E7ECF2"/>
      </a:lt2>
      <a:accent1>
        <a:srgbClr val="1F4E79"/>
      </a:accent1>
      <a:accent2>
        <a:srgbClr val="A23B2A"/>
      </a:accent2>
      <a:accent3>
        <a:srgbClr val="5B8DB8"/>
      </a:accent3>
      <a:accent4>
        <a:srgbClr val="2E7D32"/>
      </a:accent4>
      <a:accent5>
        <a:srgbClr val="C9A227"/>
      </a:accent5>
      <a:accent6>
        <a:srgbClr val="6B7280"/>
      </a:accent6>
      <a:hlink>
        <a:srgbClr val="1F4E79"/>
      </a:hlink>
      <a:folHlink>
        <a:srgbClr val="5B8DB8"/>
      </a:folHlink>
    </a:clrScheme>
    <a:fontScheme name="Supplier Tracke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template</dc:title>
  <dc:subject>PptxGenJS Presentation</dc:subject>
  <dc:creator>PptxGenJS</dc:creator>
  <cp:lastModifiedBy>PptxGenJS</cp:lastModifiedBy>
  <cp:revision>1</cp:revision>
  <dcterms:created xsi:type="dcterms:W3CDTF">2026-10-09T16:09:49Z</dcterms:created>
  <dcterms:modified xsi:type="dcterms:W3CDTF">2026-10-09T16:09:49Z</dcterms:modified>
</cp:coreProperties>
</file>